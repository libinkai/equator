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3221E-286B-428E-9487-41020A7F8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1BCB73-E924-4712-AFEF-5175E809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4E4D5D-5871-47EC-B106-8014409E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087477-C715-4EE4-AE2B-11CBBB61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916054-8222-4961-A991-90EFF68F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148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C664B-4378-4857-BB96-65CBC1BA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69D3E1-08B6-43C6-8B01-AD73A28EE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62255E-1068-4A0C-9E6E-6EAF94AC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D1A11F-91B6-439F-9D41-94F27B0B2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EE7229-11DA-465A-B495-395ACFE1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786D72-5361-4166-BB11-DF78CC96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3E8327-855B-4CA6-94A8-4450F0378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B0F4D9-E520-4AAE-81F6-6297713E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D8370F-8758-4D35-9C5F-B7230A39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736C33-ACB3-4822-96B8-4C82B22A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20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BB222-D909-4A36-BD6C-36292C58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58F433-5D7D-4699-B7C7-60D38B6CF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1469C2-A7F2-4306-8FB0-CDA21EAE9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2F0F42-80F1-48A8-96E4-630E27DF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B7971E-0136-400B-9625-4618A1C7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E0A532-9C39-46DA-ACB4-BC219196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15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FBD6F-D8A8-4534-9037-1307C00BF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2D32C6-B459-42A9-BA55-CC2B6EAE4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CFE3B5-AA2E-47C7-8866-C7A500812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40C7F5-8EC3-4BC4-AD7B-850BB7A69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E705EF-0FF0-49F8-A197-8E5BA0F41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F32615-9D1F-4662-B5C7-FC9364FB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E4CC342-E765-4A68-A3A6-065A14FC2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B6B0B1-6401-4416-BB5C-1C3DB33D7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00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16FAE-0015-47DF-A7FE-719B2A4BA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2DB10C-9C13-4C80-A567-CF6EBEE01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ADDF69-FC4A-4B7D-9FB4-4FE47B2C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B6B88E-6652-4151-9397-D8DB98D69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51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719B57-9BBC-4265-8BE1-33AE8DE8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2B08EB-CD90-4D10-AD7D-CD09FB8D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D35919-5E11-4C08-AD8B-C6CB3227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78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527A6-69AF-42C2-8771-B35C6695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ACF0D-C50C-4664-8BA7-588A55EA8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085461-7CD3-4D46-9A5F-9C902CC87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F547FE-85FA-4FAB-8E43-D97E846E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866D1F-7229-46F4-B11B-02AFF339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6EA50C-95AB-4A24-A414-45D1CC85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75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3D0A1-6B61-4B00-BF21-717BDEC6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8814D1-CDF0-442E-AB70-E3C93D725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01D87A-B33F-40E7-9286-D2AB86987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8ECB46-20EC-4AA1-ABF0-A2D6E95F1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27B605-8FE8-4CCD-86B4-A9D537A6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252D45-487F-4508-8992-4F357E17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84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BAE777-DAF8-472B-B611-2119D5CD5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6F88C1-CB77-487A-A098-12DB87D9B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72E1C4-4898-4B78-9D12-8A63B76F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69F463-0807-4ECC-BFF0-31F7619B1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0E7E4A-A221-4EFC-97FD-D2F885EBE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6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067A54-A448-4B4A-9A25-E11BE6DCB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EC2743-2E06-4A38-98B8-98551200C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17BA51-6801-49AB-9D9F-6A79FD63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CD88B4-D37C-47C1-9223-DF51FD78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08658E-1C24-430C-9891-A1BC32D7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7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BE20CF-87C1-4A23-A430-0F537A48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296883-374E-4671-BCF3-D6F95A1FA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D4015-D98D-47B5-B91B-B0AD45207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CA23C-A9AE-4F44-8C5E-20C05F079610}" type="datetimeFigureOut">
              <a:rPr lang="zh-CN" altLang="en-US" smtClean="0"/>
              <a:t>2020/2/27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4C0113-0909-46A7-9A4D-0A5521F7C9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8A72FB-0B2A-4059-AE23-EAD2F8F59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2119E-83E3-4F04-9B27-43D5C34C1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892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615747B-85C1-45BB-89D7-5212644295A8}"/>
              </a:ext>
            </a:extLst>
          </p:cNvPr>
          <p:cNvSpPr/>
          <p:nvPr/>
        </p:nvSpPr>
        <p:spPr>
          <a:xfrm>
            <a:off x="720437" y="3063009"/>
            <a:ext cx="1856509" cy="731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源文件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047F4DB-09C6-43B5-BB1B-100726931262}"/>
              </a:ext>
            </a:extLst>
          </p:cNvPr>
          <p:cNvSpPr/>
          <p:nvPr/>
        </p:nvSpPr>
        <p:spPr>
          <a:xfrm>
            <a:off x="3528291" y="3063009"/>
            <a:ext cx="1856509" cy="731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目标模块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08B98A9-E1FC-4D51-B8B1-BCB9FBC50D41}"/>
              </a:ext>
            </a:extLst>
          </p:cNvPr>
          <p:cNvSpPr/>
          <p:nvPr/>
        </p:nvSpPr>
        <p:spPr>
          <a:xfrm>
            <a:off x="6631709" y="3063009"/>
            <a:ext cx="1856509" cy="731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装入模块</a:t>
            </a:r>
          </a:p>
        </p:txBody>
      </p:sp>
      <p:sp>
        <p:nvSpPr>
          <p:cNvPr id="7" name="流程图: 直接访问存储器 6">
            <a:extLst>
              <a:ext uri="{FF2B5EF4-FFF2-40B4-BE49-F238E27FC236}">
                <a16:creationId xmlns:a16="http://schemas.microsoft.com/office/drawing/2014/main" id="{8527490F-7C1D-4C96-B4B5-128C98C93BC7}"/>
              </a:ext>
            </a:extLst>
          </p:cNvPr>
          <p:cNvSpPr/>
          <p:nvPr/>
        </p:nvSpPr>
        <p:spPr>
          <a:xfrm>
            <a:off x="9735127" y="2306782"/>
            <a:ext cx="1376218" cy="2244436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内存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45723D5-3A12-4F7F-AA93-9D8A63674CBC}"/>
              </a:ext>
            </a:extLst>
          </p:cNvPr>
          <p:cNvSpPr/>
          <p:nvPr/>
        </p:nvSpPr>
        <p:spPr>
          <a:xfrm>
            <a:off x="5167745" y="4720937"/>
            <a:ext cx="1856509" cy="731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库文件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3C51AD0-4145-4197-9F74-60F9C1B0D679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2576946" y="3429000"/>
            <a:ext cx="9513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FFE9E48-19F2-4FBA-BFF8-67355CC78BE9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5384800" y="3429000"/>
            <a:ext cx="1246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21BC050-66FE-4B7A-9002-73D51C518564}"/>
              </a:ext>
            </a:extLst>
          </p:cNvPr>
          <p:cNvCxnSpPr>
            <a:stCxn id="6" idx="6"/>
            <a:endCxn id="7" idx="1"/>
          </p:cNvCxnSpPr>
          <p:nvPr/>
        </p:nvCxnSpPr>
        <p:spPr>
          <a:xfrm>
            <a:off x="8488218" y="3429000"/>
            <a:ext cx="1246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箭头: 下 15">
            <a:extLst>
              <a:ext uri="{FF2B5EF4-FFF2-40B4-BE49-F238E27FC236}">
                <a16:creationId xmlns:a16="http://schemas.microsoft.com/office/drawing/2014/main" id="{8F8AD521-8C24-4359-8DCA-C41AAF1CBA36}"/>
              </a:ext>
            </a:extLst>
          </p:cNvPr>
          <p:cNvSpPr/>
          <p:nvPr/>
        </p:nvSpPr>
        <p:spPr>
          <a:xfrm rot="10800000">
            <a:off x="5883561" y="3599872"/>
            <a:ext cx="424874" cy="9513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9FE43F-C747-4E88-955A-4C30275D8E0C}"/>
              </a:ext>
            </a:extLst>
          </p:cNvPr>
          <p:cNvSpPr txBox="1"/>
          <p:nvPr/>
        </p:nvSpPr>
        <p:spPr>
          <a:xfrm>
            <a:off x="2099167" y="2793484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Compiler </a:t>
            </a:r>
            <a:r>
              <a:rPr lang="zh-CN" altLang="en-US"/>
              <a:t>编译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E28D63-48A5-4248-81C1-A16FD6A30185}"/>
              </a:ext>
            </a:extLst>
          </p:cNvPr>
          <p:cNvSpPr txBox="1"/>
          <p:nvPr/>
        </p:nvSpPr>
        <p:spPr>
          <a:xfrm>
            <a:off x="5202585" y="2793484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Linker </a:t>
            </a:r>
            <a:r>
              <a:rPr lang="zh-CN" altLang="en-US"/>
              <a:t>链接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F365FE-1496-404B-9761-901B2D8B70CB}"/>
              </a:ext>
            </a:extLst>
          </p:cNvPr>
          <p:cNvSpPr txBox="1"/>
          <p:nvPr/>
        </p:nvSpPr>
        <p:spPr>
          <a:xfrm>
            <a:off x="8088952" y="2793484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Loader </a:t>
            </a:r>
            <a:r>
              <a:rPr lang="zh-CN" altLang="en-US"/>
              <a:t>装入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946ABC-F9B7-4315-8593-D3D167BA0024}"/>
              </a:ext>
            </a:extLst>
          </p:cNvPr>
          <p:cNvSpPr/>
          <p:nvPr/>
        </p:nvSpPr>
        <p:spPr>
          <a:xfrm>
            <a:off x="583791" y="481751"/>
            <a:ext cx="57246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程序的链接与装入</a:t>
            </a:r>
          </a:p>
        </p:txBody>
      </p:sp>
    </p:spTree>
    <p:extLst>
      <p:ext uri="{BB962C8B-B14F-4D97-AF65-F5344CB8AC3E}">
        <p14:creationId xmlns:p14="http://schemas.microsoft.com/office/powerpoint/2010/main" val="190577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C9F83311-8B97-4B22-B6EF-1DDDABA7C033}"/>
              </a:ext>
            </a:extLst>
          </p:cNvPr>
          <p:cNvSpPr/>
          <p:nvPr/>
        </p:nvSpPr>
        <p:spPr>
          <a:xfrm>
            <a:off x="581892" y="1450109"/>
            <a:ext cx="3556000" cy="440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单一连续分配</a:t>
            </a:r>
            <a:endParaRPr lang="en-US" altLang="zh-CN"/>
          </a:p>
          <a:p>
            <a:pPr algn="ctr"/>
            <a:r>
              <a:rPr lang="zh-CN" altLang="en-US"/>
              <a:t>固定分区分配</a:t>
            </a:r>
            <a:endParaRPr lang="en-US" altLang="zh-CN"/>
          </a:p>
          <a:p>
            <a:pPr algn="ctr"/>
            <a:r>
              <a:rPr lang="zh-CN" altLang="en-US"/>
              <a:t>动态分区分配</a:t>
            </a:r>
            <a:endParaRPr lang="en-US" altLang="zh-CN"/>
          </a:p>
          <a:p>
            <a:pPr algn="ctr"/>
            <a:r>
              <a:rPr lang="zh-CN" altLang="en-US"/>
              <a:t>伙伴系统</a:t>
            </a:r>
            <a:endParaRPr lang="en-US" altLang="zh-CN"/>
          </a:p>
          <a:p>
            <a:pPr algn="ctr"/>
            <a:r>
              <a:rPr lang="zh-CN" altLang="en-US"/>
              <a:t>哈希算法</a:t>
            </a:r>
            <a:endParaRPr lang="en-US" altLang="zh-CN"/>
          </a:p>
          <a:p>
            <a:pPr algn="ctr"/>
            <a:r>
              <a:rPr lang="zh-CN" altLang="en-US"/>
              <a:t>可重定位分区分配</a:t>
            </a:r>
            <a:endParaRPr lang="en-US" altLang="zh-CN"/>
          </a:p>
          <a:p>
            <a:pPr algn="ctr"/>
            <a:r>
              <a:rPr lang="zh-CN" altLang="en-US"/>
              <a:t>对换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3D8471B-9CA6-407D-B4FC-05639B63079D}"/>
              </a:ext>
            </a:extLst>
          </p:cNvPr>
          <p:cNvSpPr/>
          <p:nvPr/>
        </p:nvSpPr>
        <p:spPr>
          <a:xfrm>
            <a:off x="5297053" y="1450109"/>
            <a:ext cx="5514109" cy="440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2D6059-7C84-45D9-8E67-4C8B6947FE48}"/>
              </a:ext>
            </a:extLst>
          </p:cNvPr>
          <p:cNvSpPr/>
          <p:nvPr/>
        </p:nvSpPr>
        <p:spPr>
          <a:xfrm>
            <a:off x="581892" y="251845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内存分配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DC13D5-3BAE-4EA8-ACC3-9C007AF21228}"/>
              </a:ext>
            </a:extLst>
          </p:cNvPr>
          <p:cNvSpPr/>
          <p:nvPr/>
        </p:nvSpPr>
        <p:spPr>
          <a:xfrm>
            <a:off x="1446821" y="1535698"/>
            <a:ext cx="1826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连续分配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84F85A-4D45-40B6-B943-F85EC8DE938B}"/>
              </a:ext>
            </a:extLst>
          </p:cNvPr>
          <p:cNvSpPr/>
          <p:nvPr/>
        </p:nvSpPr>
        <p:spPr>
          <a:xfrm>
            <a:off x="7141037" y="1535698"/>
            <a:ext cx="18261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离散分配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21653C-6D0C-409D-A883-EC0BBA325EF6}"/>
              </a:ext>
            </a:extLst>
          </p:cNvPr>
          <p:cNvSpPr/>
          <p:nvPr/>
        </p:nvSpPr>
        <p:spPr>
          <a:xfrm>
            <a:off x="5648034" y="2200564"/>
            <a:ext cx="4812145" cy="12284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基本分页式存储管理</a:t>
            </a:r>
            <a:endParaRPr lang="en-US" altLang="zh-CN"/>
          </a:p>
          <a:p>
            <a:pPr algn="ctr"/>
            <a:r>
              <a:rPr lang="zh-CN" altLang="en-US"/>
              <a:t>基本分段式存储管理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DD59835-366A-49E9-8DAB-E826F6FB6C41}"/>
              </a:ext>
            </a:extLst>
          </p:cNvPr>
          <p:cNvSpPr/>
          <p:nvPr/>
        </p:nvSpPr>
        <p:spPr>
          <a:xfrm>
            <a:off x="5648034" y="4028209"/>
            <a:ext cx="4812145" cy="12284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请求分页式存储管理</a:t>
            </a:r>
            <a:endParaRPr lang="en-US" altLang="zh-CN"/>
          </a:p>
          <a:p>
            <a:pPr algn="ctr"/>
            <a:r>
              <a:rPr lang="zh-CN" altLang="en-US"/>
              <a:t>请求分段式存储管理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D538F612-6AD1-477B-AAB5-425006E07DCB}"/>
              </a:ext>
            </a:extLst>
          </p:cNvPr>
          <p:cNvSpPr/>
          <p:nvPr/>
        </p:nvSpPr>
        <p:spPr>
          <a:xfrm>
            <a:off x="6199904" y="3241964"/>
            <a:ext cx="3708404" cy="110836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虚拟内存存储器</a:t>
            </a:r>
          </a:p>
        </p:txBody>
      </p:sp>
    </p:spTree>
    <p:extLst>
      <p:ext uri="{BB962C8B-B14F-4D97-AF65-F5344CB8AC3E}">
        <p14:creationId xmlns:p14="http://schemas.microsoft.com/office/powerpoint/2010/main" val="2018013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59</Words>
  <Application>Microsoft Office PowerPoint</Application>
  <PresentationFormat>宽屏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彬楷 李</dc:creator>
  <cp:lastModifiedBy>彬楷 李</cp:lastModifiedBy>
  <cp:revision>4</cp:revision>
  <dcterms:created xsi:type="dcterms:W3CDTF">2020-02-27T11:58:08Z</dcterms:created>
  <dcterms:modified xsi:type="dcterms:W3CDTF">2020-02-27T12:13:25Z</dcterms:modified>
</cp:coreProperties>
</file>